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19934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1993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c492dcdb1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0c492dcdb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c492dcdb1_0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c492dcdb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c492dcdb1_0_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c492dcdb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c492dcdb1_0_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c492dcdb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c492dcdb1_0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0c492dcdb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c492dcdb1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c492dcdb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c492dcdb1_0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0c492dcdb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COURSE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Purusothaman 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AWS?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709650"/>
            <a:ext cx="8222100" cy="33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(Amazon Web Services) is a Cloud Provider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They provide you with servers and services that you can use on demand and scale easily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AWS has revolutionized IT over time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AWS powers some of the biggest websites in the world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          • Amazon.com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           • Netflix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Cloud History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2002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87" name="Google Shape;87;p16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8" name="Google Shape;88;p16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6"/>
          <p:cNvSpPr txBox="1"/>
          <p:nvPr>
            <p:ph idx="4294967295" type="body"/>
          </p:nvPr>
        </p:nvSpPr>
        <p:spPr>
          <a:xfrm>
            <a:off x="222375" y="63645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Internally launched</a:t>
            </a:r>
            <a:endParaRPr sz="1600"/>
          </a:p>
        </p:txBody>
      </p:sp>
      <p:sp>
        <p:nvSpPr>
          <p:cNvPr id="90" name="Google Shape;90;p16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2003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2" name="Google Shape;92;p16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93" name="Google Shape;93;p16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" name="Google Shape;94;p16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6"/>
          <p:cNvSpPr txBox="1"/>
          <p:nvPr>
            <p:ph idx="4294967295" type="body"/>
          </p:nvPr>
        </p:nvSpPr>
        <p:spPr>
          <a:xfrm>
            <a:off x="1244325" y="3757725"/>
            <a:ext cx="2242800" cy="1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Amazon infrastructure is one of their core strength. Idea to market</a:t>
            </a:r>
            <a:endParaRPr sz="1600"/>
          </a:p>
        </p:txBody>
      </p:sp>
      <p:sp>
        <p:nvSpPr>
          <p:cNvPr id="96" name="Google Shape;96;p16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2004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99" name="Google Shape;99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6"/>
          <p:cNvSpPr txBox="1"/>
          <p:nvPr>
            <p:ph idx="4294967295" type="body"/>
          </p:nvPr>
        </p:nvSpPr>
        <p:spPr>
          <a:xfrm>
            <a:off x="3376119" y="63645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Launched publicly with SQS</a:t>
            </a:r>
            <a:endParaRPr sz="1600"/>
          </a:p>
        </p:txBody>
      </p:sp>
      <p:sp>
        <p:nvSpPr>
          <p:cNvPr id="102" name="Google Shape;102;p16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2006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05" name="Google Shape;105;p16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6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6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Re -launched publicly with SQS, S3 &amp; EC2 </a:t>
            </a:r>
            <a:endParaRPr sz="1600"/>
          </a:p>
        </p:txBody>
      </p:sp>
      <p:sp>
        <p:nvSpPr>
          <p:cNvPr id="108" name="Google Shape;108;p16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2007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11" name="Google Shape;111;p16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" name="Google Shape;112;p16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6"/>
          <p:cNvSpPr txBox="1"/>
          <p:nvPr>
            <p:ph idx="4294967295" type="body"/>
          </p:nvPr>
        </p:nvSpPr>
        <p:spPr>
          <a:xfrm>
            <a:off x="6685979" y="8066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Launched in Europe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Cloud Number Facts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157800" y="1801300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In 2021, AWS had $110.8 billion in annual revenue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AWS accounts for 32% of the market in 2021(Microsoft is 2nd with 19%)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• Over 1,000,000 active users</a:t>
            </a:r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800" y="1724250"/>
            <a:ext cx="3193973" cy="3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Cloud Use Cases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157800" y="1801300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AWS enables you to build sophisticated, scalable applications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Applicable to a diverse set of industries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Use cases include • Enterprise IT, Backup &amp; Storage, Big Data analytics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   • Website hosting, Mobile &amp; Social Apps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 • Gaming</a:t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1550" y="1959850"/>
            <a:ext cx="3086100" cy="7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100" y="2879950"/>
            <a:ext cx="2652600" cy="12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0558" y="2879950"/>
            <a:ext cx="1763292" cy="154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6750" y="4332675"/>
            <a:ext cx="3999900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Global Infrastructure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2068625" y="1932175"/>
            <a:ext cx="3999900" cy="27102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AWS Regions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AWS Availability Zones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   • https://infrastructure.aws/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Regions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720575" y="1945275"/>
            <a:ext cx="4763100" cy="28056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AWS has Regions all around the world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Names can be us-east-1, eu-west-3…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• A region is a cluster of data centers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• Most AWS services are region-scoped </a:t>
            </a:r>
            <a:endParaRPr/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7825" y="1688325"/>
            <a:ext cx="1853925" cy="31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471900" y="484250"/>
            <a:ext cx="8222100" cy="10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choose an AWS Region?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If you need to launch a new application, where should you do it?</a:t>
            </a:r>
            <a:endParaRPr sz="1800"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720575" y="1945275"/>
            <a:ext cx="4763100" cy="28056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b="1" lang="en"/>
              <a:t>Compliance</a:t>
            </a:r>
            <a:r>
              <a:rPr lang="en"/>
              <a:t> with data governance and legal requirements: data never leaves a region without your explicit permission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• </a:t>
            </a:r>
            <a:r>
              <a:rPr b="1" lang="en"/>
              <a:t>Proximity</a:t>
            </a:r>
            <a:r>
              <a:rPr lang="en"/>
              <a:t> to customers: reduced latency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</a:t>
            </a:r>
            <a:r>
              <a:rPr b="1" lang="en"/>
              <a:t> Available services within a Region</a:t>
            </a:r>
            <a:r>
              <a:rPr lang="en"/>
              <a:t>: new services and new features aren’t available in every Region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•</a:t>
            </a:r>
            <a:r>
              <a:rPr b="1" lang="en"/>
              <a:t> Pricing:</a:t>
            </a:r>
            <a:r>
              <a:rPr lang="en"/>
              <a:t> pricing varies region to region and is transparent in the service pricing page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Availability Zones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341025" y="2010725"/>
            <a:ext cx="4763100" cy="29628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Each region has many availability zones (usually 3, min is 2, max is 6). Example: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ap-southeast-2a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• ap-southeast-2b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ap-southeast-2c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• Each availability zone (AZ) is one or more discrete data centers with redundant power, networking, and connectivity</a:t>
            </a:r>
            <a:endParaRPr/>
          </a:p>
        </p:txBody>
      </p:sp>
      <p:sp>
        <p:nvSpPr>
          <p:cNvPr id="156" name="Google Shape;156;p22"/>
          <p:cNvSpPr txBox="1"/>
          <p:nvPr/>
        </p:nvSpPr>
        <p:spPr>
          <a:xfrm>
            <a:off x="5638500" y="1779950"/>
            <a:ext cx="3206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• They’re separate from each other, so that they’re isolated from disasters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• They’re connected with high bandwidth, ultra-low latency networking</a:t>
            </a:r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9075" y="3389725"/>
            <a:ext cx="3752850" cy="15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471900" y="484250"/>
            <a:ext cx="8222100" cy="10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Points of Presence (Edge Locations)</a:t>
            </a:r>
            <a:endParaRPr sz="1800"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720575" y="1945275"/>
            <a:ext cx="4763100" cy="17979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Amazon has 216 Points of Presence (205 Edge Locations &amp; 11 Regional Caches) in 84 cities across 42 countries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Content is delivered to end users with lower latency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https://aws.amazon.com/cloudfront/features/</a:t>
            </a:r>
            <a:endParaRPr/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175" y="2915200"/>
            <a:ext cx="3355525" cy="180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471900" y="484250"/>
            <a:ext cx="8222100" cy="102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 of the AWS Console</a:t>
            </a:r>
            <a:endParaRPr sz="1800"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157050" y="2089250"/>
            <a:ext cx="4319100" cy="19548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</a:t>
            </a:r>
            <a:r>
              <a:rPr b="1" lang="en"/>
              <a:t> AWS has Global Services: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Identity and Access Management (IAM)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Route 53 (DNS service)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CloudFront (Content Delivery Network) • WAF (Web Application Firewall)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4572000" y="2089250"/>
            <a:ext cx="4458600" cy="1954800"/>
          </a:xfrm>
          <a:prstGeom prst="rect">
            <a:avLst/>
          </a:prstGeom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</a:t>
            </a:r>
            <a:r>
              <a:rPr b="1" lang="en"/>
              <a:t> Most AWS services are Region-scoped: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• Amazon EC2 (Infrastructure as a Service)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• Elastic Beanstalk (Platform as a Service)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• Lambda (Function as a Service) • Rekognition (Software as a Service)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783000" y="4318975"/>
            <a:ext cx="7578000" cy="615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• Region Table: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https://aws.amazon.com/about-aws/global-infrastructure/regional-product-services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